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333"/>
            </a:avLst>
          </a:prstGeom>
          <a:solidFill>
            <a:srgbClr val="123046"/>
          </a:solidFill>
          <a:ln w="12700">
            <a:solidFill>
              <a:srgbClr val="12304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994A"/>
                </a:solidFill>
              </a:rPr>
              <a:t>INTERNSHIP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TASKPAD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9E9E8"/>
                </a:solidFill>
              </a:rPr>
              <a:t>Web-based task management application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9E9E8"/>
                </a:solidFill>
              </a:rPr>
              <a:t>Technical and visual presentation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9E9E8"/>
                </a:solidFill>
              </a:rPr>
              <a:t>Front-end development: HTML · CSS · JavaScript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989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Software Development Intern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333"/>
            </a:avLst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oundRect">
            <a:avLst>
              <a:gd name="adj" fmla="val 66667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9C8C"/>
                </a:solidFill>
              </a:rPr>
              <a:t>CONTEXT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046"/>
                </a:solidFill>
              </a:rPr>
              <a:t>A project developed in a professional environment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Problem addressed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Priorities and deadlines become scattered without a clear tracking tool.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00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Solution delivered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19476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A complete Todo List that is immediately usable and persists in the browser.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83464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Skills applied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3649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Interface design, client-side logic, and user-experience quality.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83464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017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Positioning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33649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A standalone front-end product, not only a technical demonstration.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</a:rPr>
              <a:t>TaskPad · Software Development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333"/>
            </a:avLst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oundRect">
            <a:avLst>
              <a:gd name="adj" fmla="val 66667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9C8C"/>
                </a:solidFill>
              </a:rPr>
              <a:t>FEATURES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046"/>
                </a:solidFill>
              </a:rPr>
              <a:t>Complete task management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Create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Add by click or Enter, with empty-field validation.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00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Organize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19476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Priority, due date, Active / Completed views, and sorting.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83464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Find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3649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Instant text search and continuously updated counters.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83464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017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Edit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33649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Inline editing, deletion, and undo through a toast.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425196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4348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Complete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8231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Checkboxes, progress tracking, and clearing completed tasks.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425196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4348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Customize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478231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A saved light/dark mode for each user.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</a:rPr>
              <a:t>TaskPad · Software Development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333"/>
            </a:avLst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oundRect">
            <a:avLst>
              <a:gd name="adj" fmla="val 66667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9C8C"/>
                </a:solidFill>
              </a:rPr>
              <a:t>DESIGN &amp; UX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046"/>
                </a:solidFill>
              </a:rPr>
              <a:t>TaskPad’s visual choices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Structured interface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Sidebar navigation, a focused main workspace, and clear visual hierarchy.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00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Priority information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19476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Subtle color coding is supported by text labels.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83464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Progress feedback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3649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A dynamic progress ring and a success message make progress visible.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83464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017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Dark mode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33649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The same layout with an adapted palette preserves visual comfort.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</a:rPr>
              <a:t>TaskPad · Software Development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333"/>
            </a:avLst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oundRect">
            <a:avLst>
              <a:gd name="adj" fmla="val 66667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9C8C"/>
                </a:solidFill>
              </a:rPr>
              <a:t>HTML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046"/>
                </a:solidFill>
              </a:rPr>
              <a:t>A semantic and accessible structure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Semantic areas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aside, main, header, section, ul/li, and button structure the application.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00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Dynamic list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19476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Task list items are generated from application data.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83464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Keyboard support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3649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Explicit buttons and Enter-key handling enable efficient use.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83464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017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Accessibility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33649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sr-only labels, aria-label, aria-live, and aria-pressed support assistive technology.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</a:rPr>
              <a:t>TaskPad · Software Development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333"/>
            </a:avLst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oundRect">
            <a:avLst>
              <a:gd name="adj" fmla="val 66667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9C8C"/>
                </a:solidFill>
              </a:rPr>
              <a:t>CSS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046"/>
                </a:solidFill>
              </a:rPr>
              <a:t>Consistent, adaptable, maintainable styling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CSS variables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Colors, radii, and design tokens are centralized in :root.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00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Dark theme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19476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data-theme="dark" switches the palette without duplicating components.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83464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Layout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3649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Flexbox organizes the sidebar and the main workspace.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83464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017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Visual states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33649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Hover, completion, priority, empty state, success banner, and toast provide feedback.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</a:rPr>
              <a:t>TaskPad · Software Development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333"/>
            </a:avLst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oundRect">
            <a:avLst>
              <a:gd name="adj" fmla="val 66667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9C8C"/>
                </a:solidFill>
              </a:rPr>
              <a:t>JAVASCRIPT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046"/>
                </a:solidFill>
              </a:rPr>
              <a:t>Business logic at the heart of the experience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Application state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tasks, active view, search, sorting, and theme.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00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Centralized rendering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19476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render() rebuilds the list, updates messages and counters, and saves data.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83464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Interactions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3649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Events manage adding, filtering, sorting, editing, deleting, and undoing.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83464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017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Persistence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33649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localStorage stores tasks and theme; sessionStorage stores view and draft.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</a:rPr>
              <a:t>TaskPad · Software Development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333"/>
            </a:avLst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oundRect">
            <a:avLst>
              <a:gd name="adj" fmla="val 66667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9C8C"/>
                </a:solidFill>
              </a:rPr>
              <a:t>JAVASCRIPT STRUCTURE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046"/>
                </a:solidFill>
              </a:rPr>
              <a:t>How the file is organized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1. HTML references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getElementById() and querySelector() retrieve interface elements.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00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2. Persistence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19476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localStorage keeps tasks/theme; sessionStorage keeps the current tab context.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83464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3. State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3649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The tasks array and UI variables represent the current application state.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83464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017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4. createTaskElement()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33649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Builds each task row: checkbox, text, priority, date, edit, and delete.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425196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4348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5. render()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8231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Filters, sorts, rebuilds the display, updates indicators, and saves data.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425196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4348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6. Views and search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478231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The displayed list follows the selected view, query, and sorting option.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</a:rPr>
              <a:t>TaskPad · Software Development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333"/>
            </a:avLst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oundRect">
            <a:avLst>
              <a:gd name="adj" fmla="val 66667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9C8C"/>
                </a:solidFill>
              </a:rPr>
              <a:t>JAVASCRIPT STRUCTURE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046"/>
                </a:solidFill>
              </a:rPr>
              <a:t>User actions and initialization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7. Add and validate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addTask() rejects empty input, creates a task, and triggers rendering.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00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8. Task lifecycle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19476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toggleTask(), deleteTask(), and commitEdit() update data precisely.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83464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9. Undo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3649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showUndoToast() lets the user restore a deleted task.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83464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017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10. Progress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33649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updateProgressRing() calculates completion and updates the SVG.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425196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4348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11. Events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8231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addEventListener() connects clicks, Enter, search, and theme changes.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425196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4348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12. Initialization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478231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On load, the script restores the draft, applies the theme, and calls render().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</a:rPr>
              <a:t>TaskPad · Software Development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333"/>
            </a:avLst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oundRect">
            <a:avLst>
              <a:gd name="adj" fmla="val 66667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9C8C"/>
                </a:solidFill>
              </a:rPr>
              <a:t>KEY STRENGTHS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046"/>
                </a:solidFill>
              </a:rPr>
              <a:t>What the project demonstrates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User experience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Validation, status feedback, progress, and undo keep users guided.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00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Front-end quality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19476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Clear separation between HTML structure, CSS styling, and JavaScript behavior.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83464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Reliability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3649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Invalid stored data is handled; empty input is rejected; unnecessary actions are disabled.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83464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017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Accessibility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33649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Interactions and state changes do not rely only on color or icons.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</a:rPr>
              <a:t>TaskPad · Software Development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333"/>
            </a:avLst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oundRect">
            <a:avLst>
              <a:gd name="adj" fmla="val 66667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9C8C"/>
                </a:solidFill>
              </a:rPr>
              <a:t>DEMONSTRATION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046"/>
                </a:solidFill>
              </a:rPr>
              <a:t>Suggested presentation scenario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1. Add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Enter a task, select a priority, and choose a due date.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00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2. Organize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19476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Search, sort, and switch between views.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83464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3. Complete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3649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Check a task and observe the progress percentage.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83464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017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C8C"/>
                </a:solidFill>
              </a:rPr>
              <a:t>4. Secure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33649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</a:rPr>
              <a:t>Delete a task, then immediately undo the action.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</a:rPr>
              <a:t>TaskPad · Software Development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333"/>
            </a:avLst>
          </a:prstGeom>
          <a:solidFill>
            <a:srgbClr val="123046"/>
          </a:solidFill>
          <a:ln w="12700">
            <a:solidFill>
              <a:srgbClr val="12304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645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TASKPAD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9E9E8"/>
                </a:solidFill>
              </a:rPr>
              <a:t>A polished interface, concrete features, and structured JavaScript logic.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HTML — structure &amp; accessibility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CSS — design &amp; adaptability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JavaScript — interactions &amp; persistence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Thank you for your attention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2026-08-22T13:31:51Z</dcterms:created>
  <dcterms:modified xsi:type="dcterms:W3CDTF">2026-08-22T13:31:52Z</dcterms:modified>
</cp:coreProperties>
</file>