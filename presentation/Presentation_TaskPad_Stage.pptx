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6"/>
          </a:solidFill>
          <a:ln w="12700">
            <a:solidFill>
              <a:srgbClr val="1230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932688"/>
            <a:ext cx="1600200" cy="310896"/>
          </a:xfrm>
          <a:prstGeom prst="roundRect">
            <a:avLst>
              <a:gd name="adj" fmla="val 35294"/>
            </a:avLst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5097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DE STAGE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581912"/>
            <a:ext cx="6217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TASKPAD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49808" y="231343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9E9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web de gestion de tâches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" y="294436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9E9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Présentation technique et visuelle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9E9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Développement front-end : HTML · CSS · JavaScript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59710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Stagiaire développeur logiciel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76488" y="960120"/>
            <a:ext cx="3273552" cy="4992624"/>
          </a:xfrm>
          <a:prstGeom prst="roundRect">
            <a:avLst>
              <a:gd name="adj" fmla="val 502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76488" y="960120"/>
            <a:ext cx="822960" cy="4992624"/>
          </a:xfrm>
          <a:prstGeom prst="roundRect">
            <a:avLst>
              <a:gd name="adj" fmla="val 20000"/>
            </a:avLst>
          </a:prstGeom>
          <a:solidFill>
            <a:srgbClr val="EAF6F3"/>
          </a:solidFill>
          <a:ln w="12700">
            <a:solidFill>
              <a:srgbClr val="EAF6F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1325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622792" y="1938528"/>
            <a:ext cx="530352" cy="256032"/>
          </a:xfrm>
          <a:prstGeom prst="roundRect">
            <a:avLst>
              <a:gd name="adj" fmla="val 17857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197510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622792" y="2368296"/>
            <a:ext cx="530352" cy="256032"/>
          </a:xfrm>
          <a:prstGeom prst="roundRect">
            <a:avLst>
              <a:gd name="adj" fmla="val 17857"/>
            </a:avLst>
          </a:prstGeom>
          <a:solidFill>
            <a:srgbClr val="EAF6F3"/>
          </a:solidFill>
          <a:ln w="12700">
            <a:solidFill>
              <a:srgbClr val="EAF6F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24048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622792" y="2798064"/>
            <a:ext cx="530352" cy="256032"/>
          </a:xfrm>
          <a:prstGeom prst="roundRect">
            <a:avLst>
              <a:gd name="adj" fmla="val 17857"/>
            </a:avLst>
          </a:prstGeom>
          <a:solidFill>
            <a:srgbClr val="EAF6F3"/>
          </a:solidFill>
          <a:ln w="12700">
            <a:solidFill>
              <a:srgbClr val="EAF6F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0" y="28346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○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528048" y="13441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tasks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528048" y="1856232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F4F6F9"/>
          </a:solidFill>
          <a:ln w="12700">
            <a:solidFill>
              <a:srgbClr val="F4F6F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74352" y="1938528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task...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537192" y="2450592"/>
            <a:ext cx="1792224" cy="356616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65208" y="256946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93808" y="251460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Préparer la démo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537192" y="2953512"/>
            <a:ext cx="1792224" cy="356616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65208" y="307238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93808" y="301752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Tester TaskPad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537192" y="3456432"/>
            <a:ext cx="1792224" cy="356616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65208" y="3575304"/>
            <a:ext cx="118872" cy="118872"/>
          </a:xfrm>
          <a:prstGeom prst="roundRect">
            <a:avLst>
              <a:gd name="adj" fmla="val 30769"/>
            </a:avLst>
          </a:prstGeom>
          <a:solidFill>
            <a:srgbClr val="EB5757"/>
          </a:solidFill>
          <a:ln w="12700">
            <a:solidFill>
              <a:srgbClr val="EB575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93808" y="352044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Présenter le projet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projet développé en environnement professionnel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36808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6245352"/>
            <a:ext cx="11000232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801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TaskPad répond au besoin quotidien d’organiser, suivre et finaliser ses tâches depuis une interface web légère.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58368" y="196596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15798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7824" y="2468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Problème adressé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7824" y="283464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priorités et échéances se dispersent rapidement sans outil de suivi clair.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61688" y="196596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1144" y="215798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81144" y="2468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apportée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81144" y="283464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Todo List complète, immédiate à utiliser et persistante dans le navigateur.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65008" y="196596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215798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84464" y="2468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Compétences mobilisées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84464" y="283464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Conception d’interface, logique métier côté client et qualité d’expérience.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" y="4160520"/>
            <a:ext cx="10899648" cy="1051560"/>
          </a:xfrm>
          <a:prstGeom prst="roundRect">
            <a:avLst>
              <a:gd name="adj" fmla="val 10435"/>
            </a:avLst>
          </a:prstGeom>
          <a:solidFill>
            <a:srgbClr val="E3F6F2"/>
          </a:solidFill>
          <a:ln w="12700">
            <a:solidFill>
              <a:srgbClr val="E3F6F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443984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Positionnement : une application front-end autonome, conçue comme un produit utilisable et non comme une simple démonstration technique.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FONCTIONNALITÉS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gestion de tâches complète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36808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6245352"/>
            <a:ext cx="11000232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2588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5179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" y="1828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9536" y="219456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 au clic ou avec Entrée, avec contrôle du champ vide.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0832" y="132588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5179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90288" y="1828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0288" y="219456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Priorité, date d’échéance, filtres Active / Completed et tri.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01584" y="132588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51790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21040" y="1828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Retrouver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219456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Recherche instantanée par texte et compteurs mis à jour.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4381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" y="3749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9536" y="411480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Édition directe, suppression et annulation via toast.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70832" y="324612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34381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90288" y="3749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Finaliser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90288" y="411480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à cocher, barre de progrès et suppression des terminées.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01584" y="324612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34381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21040" y="3749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Personnaliser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21040" y="411480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clair/sombre mémorisé pour chaque utilisateur.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&amp; UX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choix visuels de TaskPad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36808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6245352"/>
            <a:ext cx="11000232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298448"/>
            <a:ext cx="4663440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600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structurée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0976" y="2029968"/>
            <a:ext cx="4069080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23317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2951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50592" y="229514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 All / Active / Completed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9264" y="300837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3312" y="29718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 centrale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50592" y="29718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Ajout, recherche, tri et liste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9264" y="368503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B5757"/>
          </a:solidFill>
          <a:ln w="12700">
            <a:solidFill>
              <a:srgbClr val="EB575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53312" y="364845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Priorités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50592" y="364845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couleur discret + libellé texte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9264" y="436168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53312" y="432511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50592" y="432511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Anneau dynamique et retour de réussite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523951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hiérarchie claire : action principale en haut, informations secondaires en retrait.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79008" y="1298448"/>
            <a:ext cx="5742432" cy="2066544"/>
          </a:xfrm>
          <a:prstGeom prst="roundRect">
            <a:avLst>
              <a:gd name="adj" fmla="val 7080"/>
            </a:avLst>
          </a:prstGeom>
          <a:solidFill>
            <a:srgbClr val="12161C"/>
          </a:solidFill>
          <a:ln w="12700">
            <a:solidFill>
              <a:srgbClr val="12161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08192" y="1600200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sombre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08192" y="205740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7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Même organisation, palette adaptée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B7C3C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 préserver le confort visuel.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802368" y="1554480"/>
            <a:ext cx="1234440" cy="1234440"/>
          </a:xfrm>
          <a:prstGeom prst="roundRect">
            <a:avLst>
              <a:gd name="adj" fmla="val 49630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02368" y="1682496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☾</a:t>
            </a:r>
            <a:endParaRPr lang="en-US" sz="3500" dirty="0"/>
          </a:p>
        </p:txBody>
      </p:sp>
      <p:sp>
        <p:nvSpPr>
          <p:cNvPr id="29" name="Shape 27"/>
          <p:cNvSpPr/>
          <p:nvPr/>
        </p:nvSpPr>
        <p:spPr>
          <a:xfrm>
            <a:off x="5779008" y="3749040"/>
            <a:ext cx="5742432" cy="2075688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08192" y="40599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Micro-interactions utiles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08192" y="452628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Transitions de thème et d’anneau, animation de validation du champ, actions d’édition visibles au survol : le visuel informe sans distraire.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structure sémantique et accessible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36808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6245352"/>
            <a:ext cx="11000232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4358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balisage définit des zones fonctionnelles compréhensibles pour tous les utilisateurs et faciles à maintenir.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842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&lt;aside&gt;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50008" y="1984248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 et changement de vue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842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&lt;main&gt;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27848" y="1984248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Espace de travail principal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2990088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912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&lt;header&gt;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50008" y="3191256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Titre, date et progression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2990088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1912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&lt;section&gt;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27848" y="3191256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Ajout, recherche et statistiques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4197096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3982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&lt;ul&gt; / &lt;li&gt;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50008" y="439826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 de tâches générée dynamiquement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4197096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3982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&lt;button&gt;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27848" y="4398264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 explicites et utilisables au clavier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" y="55778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Accessibilité intégrée : labels invisibles à l’écran (sr-only), aria-label, aria-live et aria-pressed synchronisés avec l’état visuel.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style cohérent, adaptable et maintenable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36808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6245352"/>
            <a:ext cx="11000232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141732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6093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" y="1920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CSS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112" y="228600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Palette, rayons et couleurs centralisés dans :root.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72784" y="141732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6093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1920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Thème sombre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28600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data-theme="dark" redéfinit les mêmes variables : la palette bascule sans dupliquer les composants.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" y="3300984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4930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" y="3803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Mise en page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" y="4169664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Flexbox organise la sidebar et la zone principale ; la structure est pensée pour s’adapter.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2784" y="3300984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4930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3803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États visuels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169664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Hover, tâche terminée, priorité, état vide, bannière de succès et toast donnent un retour immédiat.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logique métier au cœur de l’expérience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36808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6245352"/>
            <a:ext cx="11000232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1615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JavaScript pilote l’état de l’application, le DOM et la persistance sans dépendance externe.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3232" y="17830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85623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25880" y="18013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État applicatif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01568" y="1801368"/>
            <a:ext cx="7543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tasks, vue active, recherche, tri et thème.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" y="25328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6060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25880" y="25511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Rendu centralisé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2551176"/>
            <a:ext cx="7543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render() reconstruit la liste, actualise compteurs, messages et sauvegarde.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3232" y="328269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B5757"/>
          </a:solidFill>
          <a:ln w="12700">
            <a:solidFill>
              <a:srgbClr val="EB575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3558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33009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01568" y="3300984"/>
            <a:ext cx="7543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Événements pour ajout, filtrage, tri, édition, suppression et annulation.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" y="40325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10565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25880" y="40507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 de progrès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01568" y="4050792"/>
            <a:ext cx="7543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Pourcentage terminé et strokeDashoffset du SVG mis à jour en temps réel.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" y="47823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485546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25880" y="48006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01568" y="4800600"/>
            <a:ext cx="7543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localStorage pour tâches et thème ; sessionStorage pour vue active et brouillon.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JAVASCRIPT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à 3 — Préparer l’application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36808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6245352"/>
            <a:ext cx="11000232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41732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6093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1920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Références HTML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228600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éléments de l’interface sont récupérés avec getElementById() et querySelector().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52544" y="141732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6093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920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28600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localStorage garde les tâches et le thème ; sessionStorage conserve la vue active et le brouillon.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91856" y="141732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16093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11312" y="1920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État applicatif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11312" y="228600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tableau tasks et les variables de vue, recherche, tri et thème représentent l’état courant.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886200"/>
            <a:ext cx="10744200" cy="1078992"/>
          </a:xfrm>
          <a:prstGeom prst="roundRect">
            <a:avLst>
              <a:gd name="adj" fmla="val 10169"/>
            </a:avLst>
          </a:prstGeom>
          <a:solidFill>
            <a:srgbClr val="E3F6F2"/>
          </a:solidFill>
          <a:ln w="12700">
            <a:solidFill>
              <a:srgbClr val="E3F6F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18795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Idée à expliquer au jury : avant de modifier l’écran, le programme sait quels éléments il manipule, quelles données il conserve et quel est son état actuel.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JAVASCRIPT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à 6 — Transformer les données en interface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36808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6245352"/>
            <a:ext cx="11000232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37160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56362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createTaskElement()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224028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Construit chaque &lt;li&gt; : case à cocher, texte, priorité, date, édition et suppression.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52544" y="137160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56362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render()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24028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Fonction centrale : filtre, trie, recrée la liste, actualise les compteurs et sauvegarde les données.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91856" y="137160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156362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11312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Vues &amp; recherche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11312" y="224028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tâches sont affichées selon la vue choisie, la recherche saisie et l’ordre de tri.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 de fonctionnement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9808" y="4407408"/>
            <a:ext cx="2249424" cy="548640"/>
          </a:xfrm>
          <a:prstGeom prst="roundRect">
            <a:avLst>
              <a:gd name="adj" fmla="val 16667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4553712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utilisateur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35808" y="4681728"/>
            <a:ext cx="393192" cy="0"/>
          </a:xfrm>
          <a:prstGeom prst="line">
            <a:avLst/>
          </a:prstGeom>
          <a:noFill/>
          <a:ln w="15240">
            <a:solidFill>
              <a:srgbClr val="6B768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11296" y="4407408"/>
            <a:ext cx="2249424" cy="548640"/>
          </a:xfrm>
          <a:prstGeom prst="roundRect">
            <a:avLst>
              <a:gd name="adj" fmla="val 16667"/>
            </a:avLst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11296" y="4553712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Mise à jour de tasks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97296" y="4681728"/>
            <a:ext cx="393192" cy="0"/>
          </a:xfrm>
          <a:prstGeom prst="line">
            <a:avLst/>
          </a:prstGeom>
          <a:noFill/>
          <a:ln w="15240">
            <a:solidFill>
              <a:srgbClr val="6B768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72784" y="4407408"/>
            <a:ext cx="2249424" cy="548640"/>
          </a:xfrm>
          <a:prstGeom prst="roundRect">
            <a:avLst>
              <a:gd name="adj" fmla="val 16667"/>
            </a:avLst>
          </a:prstGeom>
          <a:solidFill>
            <a:srgbClr val="EB5757"/>
          </a:solidFill>
          <a:ln w="12700">
            <a:solidFill>
              <a:srgbClr val="EB575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4553712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render()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58784" y="4681728"/>
            <a:ext cx="393192" cy="0"/>
          </a:xfrm>
          <a:prstGeom prst="line">
            <a:avLst/>
          </a:prstGeom>
          <a:noFill/>
          <a:ln w="15240">
            <a:solidFill>
              <a:srgbClr val="6B768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34272" y="4407408"/>
            <a:ext cx="2249424" cy="548640"/>
          </a:xfrm>
          <a:prstGeom prst="roundRect">
            <a:avLst>
              <a:gd name="adj" fmla="val 16667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34272" y="4553712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actualisée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JAVASCRIPT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à 10 — Gérer les actions utilisateur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36808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6245352"/>
            <a:ext cx="11000232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41732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16093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05256" y="1920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 &amp; validation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5256" y="228600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addTask() refuse une saisie vide, crée la tâche puis relance le rendu.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16093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83096" y="19202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de vie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83096" y="228600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toggleTask(), deleteTask() et commitEdit() modifient les données de manière ciblée.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273552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" y="346557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5256" y="3776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Annulation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5256" y="4142232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showUndoToast() propose de restaurer une tâche après suppression.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273552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3096" y="346557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83096" y="3776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83096" y="4142232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updateProgressRing() calcule le pourcentage terminé et met à jour le SVG.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JAVASCRIPT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et 12 — Écouter puis démarrer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36808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6245352"/>
            <a:ext cx="11000232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65506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50976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Événements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233172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addEventListener() connecte les clics, la touche Entrée, la recherche et le changement de thème aux bonnes fonctions.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81928" y="146304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1384" y="165506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01384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Initialisation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01384" y="233172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 chargement, le script affiche la date, restaure le brouillon, applique le thème sauvegardé et appelle render().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803904"/>
            <a:ext cx="10744200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07822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technique à mettre en avant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4453128"/>
            <a:ext cx="9738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délégation d’événements sur la liste permet de gérer aussi les tâches créées dynamiquement, avec un code plus propre et plus performant.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POINTS FORTS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démontre le projet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36808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6245352"/>
            <a:ext cx="11000232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7160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156362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05256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Expérience utilisateur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5256" y="224028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L’utilisateur reste guidé : validation, retours d’état, progression, undo.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37160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096" y="156362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83096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Qualité front-end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83096" y="224028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Séparation nette entre structure HTML, style CSS et comportement JavaScript.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29184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" y="348386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5256" y="37947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Robustesse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5256" y="416052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 des données invalides en lecture, champ vide refusé, actions désactivées quand inutiles.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3291840"/>
            <a:ext cx="3493008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83096" y="348386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83096" y="37947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Accessibilité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83096" y="416052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interactions et changements d’état ne reposent pas uniquement sur la couleur ou l’icône.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9C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DÉMONSTRATION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5760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30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Scénario à présenter au jury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36808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6245352"/>
            <a:ext cx="11000232" cy="0"/>
          </a:xfrm>
          <a:prstGeom prst="line">
            <a:avLst/>
          </a:prstGeom>
          <a:noFill/>
          <a:ln w="15240">
            <a:solidFill>
              <a:srgbClr val="E4E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" y="1965960"/>
            <a:ext cx="2359152" cy="2542032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21284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331720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30815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Ajouter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349300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Saisir une tâche, choisir priorité et échéance.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44952" y="3246120"/>
            <a:ext cx="402336" cy="0"/>
          </a:xfrm>
          <a:prstGeom prst="line">
            <a:avLst/>
          </a:prstGeom>
          <a:noFill/>
          <a:ln w="15240">
            <a:solidFill>
              <a:srgbClr val="0F9C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83864" y="1965960"/>
            <a:ext cx="2359152" cy="2542032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94176" y="221284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4176" y="2331720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12464" y="30815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Organiser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12464" y="349300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Rechercher, trier et basculer entre les vues.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61304" y="3246120"/>
            <a:ext cx="402336" cy="0"/>
          </a:xfrm>
          <a:prstGeom prst="line">
            <a:avLst/>
          </a:prstGeom>
          <a:noFill/>
          <a:ln w="15240">
            <a:solidFill>
              <a:srgbClr val="0F9C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0216" y="1965960"/>
            <a:ext cx="2359152" cy="2542032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0528" y="221284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2331720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28816" y="30815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Finaliser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28816" y="349300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Cocher la tâche et observer le pourcentage.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77656" y="3246120"/>
            <a:ext cx="402336" cy="0"/>
          </a:xfrm>
          <a:prstGeom prst="line">
            <a:avLst/>
          </a:prstGeom>
          <a:noFill/>
          <a:ln w="15240">
            <a:solidFill>
              <a:srgbClr val="0F9C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16568" y="1965960"/>
            <a:ext cx="2359152" cy="2542032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26880" y="221284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F9C8C"/>
          </a:solidFill>
          <a:ln w="12700">
            <a:solidFill>
              <a:srgbClr val="0F9C8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0" y="2331720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45168" y="30815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Sécuriser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45168" y="3493008"/>
            <a:ext cx="1874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Supprimer puis annuler immédiatement l’action.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" y="5074920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7D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clé : TaskPad transforme une suite d’actions techniques en une expérience de gestion de tâches fluide et fiable.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6"/>
          </a:solidFill>
          <a:ln w="12700">
            <a:solidFill>
              <a:srgbClr val="1230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978408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966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TASKPAD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49808" y="24048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9E9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projet de stage qui associe interface soignée, fonctionnalités concrètes et logique JavaScript structurée.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49808" y="3968496"/>
            <a:ext cx="2971800" cy="1033272"/>
          </a:xfrm>
          <a:prstGeom prst="roundRect">
            <a:avLst>
              <a:gd name="adj" fmla="val 10619"/>
            </a:avLst>
          </a:prstGeom>
          <a:solidFill>
            <a:srgbClr val="1D465C"/>
          </a:solidFill>
          <a:ln w="12700">
            <a:solidFill>
              <a:srgbClr val="1D465C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4187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9264" y="45171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6CF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&amp; accessibilité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1104" y="3968496"/>
            <a:ext cx="2971800" cy="1033272"/>
          </a:xfrm>
          <a:prstGeom prst="roundRect">
            <a:avLst>
              <a:gd name="adj" fmla="val 10619"/>
            </a:avLst>
          </a:prstGeom>
          <a:solidFill>
            <a:srgbClr val="1D465C"/>
          </a:solidFill>
          <a:ln w="12700">
            <a:solidFill>
              <a:srgbClr val="1D465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4187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45171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6CF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&amp; adaptation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3968496"/>
            <a:ext cx="2971800" cy="1033272"/>
          </a:xfrm>
          <a:prstGeom prst="roundRect">
            <a:avLst>
              <a:gd name="adj" fmla="val 10619"/>
            </a:avLst>
          </a:prstGeom>
          <a:solidFill>
            <a:srgbClr val="1D465C"/>
          </a:solidFill>
          <a:ln w="12700">
            <a:solidFill>
              <a:srgbClr val="1D465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91856" y="41879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91856" y="45171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6CF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interactions &amp; persistance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6099048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Merci pour votre attention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TaskPad — Application Todo List</dc:title>
  <dc:subject>Présentation du projet TaskPad</dc:subject>
  <dc:creator>Stagiaire développeur logiciel</dc:creator>
  <cp:lastModifiedBy>Stagiaire développeur logiciel</cp:lastModifiedBy>
  <cp:revision>1</cp:revision>
  <dcterms:created xsi:type="dcterms:W3CDTF">2026-08-21T16:47:00Z</dcterms:created>
  <dcterms:modified xsi:type="dcterms:W3CDTF">2026-08-21T16:47:00Z</dcterms:modified>
</cp:coreProperties>
</file>